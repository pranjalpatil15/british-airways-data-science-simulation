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Loyalty Tier</c:v>
                </c:pt>
                <c:pt idx="1">
                  <c:v>Past Purchases</c:v>
                </c:pt>
                <c:pt idx="2">
                  <c:v>Lead Time</c:v>
                </c:pt>
                <c:pt idx="3">
                  <c:v>Income Band</c:v>
                </c:pt>
                <c:pt idx="4">
                  <c:v>Destination Type</c:v>
                </c:pt>
                <c:pt idx="5">
                  <c:v>Trip Type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0.24</c:v>
                </c:pt>
                <c:pt idx="1">
                  <c:v>0.21</c:v>
                </c:pt>
                <c:pt idx="2">
                  <c:v>0.19</c:v>
                </c:pt>
                <c:pt idx="3">
                  <c:v>0.14000000000000001</c:v>
                </c:pt>
                <c:pt idx="4">
                  <c:v>0.08</c:v>
                </c:pt>
                <c:pt idx="5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45-41EF-B316-0AA2F2EB38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C8C8C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Predicting Customer Holiday Purchases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Objective:</a:t>
            </a:r>
          </a:p>
          <a:p>
            <a:r>
              <a:rPr dirty="0"/>
              <a:t>• Identify customers most likely to buy BA holiday packages.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Approach:</a:t>
            </a:r>
          </a:p>
          <a:p>
            <a:r>
              <a:rPr dirty="0"/>
              <a:t>• Data cleaning and preparation</a:t>
            </a:r>
          </a:p>
          <a:p>
            <a:r>
              <a:rPr dirty="0"/>
              <a:t>• Feature engineering</a:t>
            </a:r>
          </a:p>
          <a:p>
            <a:r>
              <a:rPr dirty="0"/>
              <a:t>• Random Forest model</a:t>
            </a:r>
          </a:p>
          <a:p>
            <a:r>
              <a:rPr dirty="0"/>
              <a:t>• Model evaluation (Accuracy, Precision, Recall)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 Importance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Evaluation Results:</a:t>
            </a:r>
          </a:p>
          <a:p>
            <a:r>
              <a:t>• Accuracy: 0.85 (example)</a:t>
            </a:r>
          </a:p>
          <a:p>
            <a:r>
              <a:t>• Precision: 0.82 (example)</a:t>
            </a:r>
          </a:p>
          <a:p>
            <a:r>
              <a:t>• Recall: 0.78 (example)</a:t>
            </a:r>
          </a:p>
          <a:p>
            <a:endParaRPr/>
          </a:p>
          <a:p>
            <a:r>
              <a:t>Interpretation:</a:t>
            </a:r>
          </a:p>
          <a:p>
            <a:r>
              <a:t>• Model performs well in identifying likely buyers.</a:t>
            </a:r>
          </a:p>
          <a:p>
            <a:r>
              <a:t>• Loyalty Tier and Past Purchases are strong predictors.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</Words>
  <Application>Microsoft Office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Task 2: Predicting Customer Holiday Purchases</vt:lpstr>
      <vt:lpstr>Key Feature Importance</vt:lpstr>
      <vt:lpstr>Model Evaluation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pranjalpatil154@gmail.com</cp:lastModifiedBy>
  <cp:revision>2</cp:revision>
  <dcterms:created xsi:type="dcterms:W3CDTF">2013-01-27T09:14:16Z</dcterms:created>
  <dcterms:modified xsi:type="dcterms:W3CDTF">2025-12-11T08:19:04Z</dcterms:modified>
  <cp:category/>
</cp:coreProperties>
</file>